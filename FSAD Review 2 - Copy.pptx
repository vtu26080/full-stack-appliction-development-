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71" r:id="rId4"/>
    <p:sldId id="272" r:id="rId5"/>
    <p:sldId id="259" r:id="rId6"/>
    <p:sldId id="273" r:id="rId7"/>
    <p:sldId id="274" r:id="rId8"/>
    <p:sldId id="275" r:id="rId9"/>
    <p:sldId id="276" r:id="rId10"/>
    <p:sldId id="277" r:id="rId11"/>
    <p:sldId id="266" r:id="rId12"/>
    <p:sldId id="279" r:id="rId13"/>
    <p:sldId id="267" r:id="rId14"/>
    <p:sldId id="268" r:id="rId15"/>
    <p:sldId id="278" r:id="rId16"/>
    <p:sldId id="265" r:id="rId17"/>
  </p:sldIdLst>
  <p:sldSz cx="18288000" cy="10287000"/>
  <p:notesSz cx="6858000" cy="9144000"/>
  <p:embeddedFontLst>
    <p:embeddedFont>
      <p:font typeface="Cambria" panose="02040503050406030204" pitchFamily="18" charset="0"/>
      <p:regular r:id="rId21"/>
      <p:bold r:id="rId22"/>
      <p:italic r:id="rId23"/>
      <p:boldItalic r:id="rId24"/>
    </p:embeddedFont>
    <p:embeddedFont>
      <p:font typeface="Bookman Old Style" panose="02050604050505020204" pitchFamily="18" charset="0"/>
      <p:regular r:id="rId25"/>
      <p:bold r:id="rId26"/>
      <p:italic r:id="rId27"/>
    </p:embeddedFont>
    <p:embeddedFont>
      <p:font typeface="Gotham"/>
      <p:regular r:id="rId28"/>
    </p:embeddedFont>
    <p:embeddedFont>
      <p:font typeface="Gotham Bold Italics" panose="02000000000000000000"/>
      <p:boldItalic r:id="rId29"/>
    </p:embeddedFont>
    <p:embeddedFont>
      <p:font typeface="Calibri" panose="020F050202020403020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22" autoAdjust="0"/>
  </p:normalViewPr>
  <p:slideViewPr>
    <p:cSldViewPr showGuides="1">
      <p:cViewPr varScale="1">
        <p:scale>
          <a:sx n="59" d="100"/>
          <a:sy n="59" d="100"/>
        </p:scale>
        <p:origin x="3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font" Target="fonts/font13.fntdata"/><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3.sv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1476375"/>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endParaRPr lang="en-US" sz="3000" b="1" dirty="0">
              <a:latin typeface="Times New Roman" panose="02020603050405020304" pitchFamily="18" charset="0"/>
              <a:ea typeface="Cambria" panose="02040503050406030204" pitchFamily="18" charset="0"/>
              <a:cs typeface="Times New Roman" panose="02020603050405020304" pitchFamily="18" charset="0"/>
            </a:endParaRPr>
          </a:p>
          <a:p>
            <a:pPr>
              <a:lnSpc>
                <a:spcPct val="150000"/>
              </a:lnSpc>
            </a:pPr>
            <a:r>
              <a:rPr lang="en-IN" altLang="en-US" sz="3000" dirty="0">
                <a:latin typeface="Cambria" panose="02040503050406030204" pitchFamily="18" charset="0"/>
                <a:ea typeface="Cambria" panose="02040503050406030204" pitchFamily="18" charset="0"/>
                <a:cs typeface="Times New Roman" panose="02020603050405020304" pitchFamily="18" charset="0"/>
              </a:rPr>
              <a:t>Laga Adinarayana</a:t>
            </a:r>
            <a:r>
              <a:rPr lang="en-US" sz="3000" dirty="0">
                <a:latin typeface="Cambria" panose="02040503050406030204" pitchFamily="18" charset="0"/>
                <a:ea typeface="Cambria" panose="02040503050406030204" pitchFamily="18" charset="0"/>
                <a:cs typeface="Times New Roman" panose="02020603050405020304" pitchFamily="18" charset="0"/>
              </a:rPr>
              <a:t> – VTU26</a:t>
            </a:r>
            <a:r>
              <a:rPr lang="en-IN" altLang="en-US" sz="3000" dirty="0">
                <a:latin typeface="Cambria" panose="02040503050406030204" pitchFamily="18" charset="0"/>
                <a:ea typeface="Cambria" panose="02040503050406030204" pitchFamily="18" charset="0"/>
                <a:cs typeface="Times New Roman" panose="02020603050405020304" pitchFamily="18" charset="0"/>
              </a:rPr>
              <a:t>080</a:t>
            </a:r>
            <a:r>
              <a:rPr lang="en-US" sz="3000" dirty="0">
                <a:latin typeface="Cambria" panose="02040503050406030204" pitchFamily="18" charset="0"/>
                <a:ea typeface="Cambria" panose="02040503050406030204" pitchFamily="18" charset="0"/>
                <a:cs typeface="Times New Roman" panose="02020603050405020304" pitchFamily="18" charset="0"/>
              </a:rPr>
              <a:t> – 23UECS079</a:t>
            </a:r>
            <a:r>
              <a:rPr lang="en-IN" altLang="en-US" sz="3000" dirty="0">
                <a:latin typeface="Cambria" panose="02040503050406030204" pitchFamily="18" charset="0"/>
                <a:ea typeface="Cambria" panose="02040503050406030204" pitchFamily="18" charset="0"/>
                <a:cs typeface="Times New Roman" panose="02020603050405020304" pitchFamily="18" charset="0"/>
              </a:rPr>
              <a:t>0</a:t>
            </a:r>
            <a:endParaRPr lang="en-IN" altLang="en-US"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p:cNvSpPr txBox="1"/>
          <p:nvPr/>
        </p:nvSpPr>
        <p:spPr>
          <a:xfrm>
            <a:off x="10371455" y="7429500"/>
            <a:ext cx="6914515" cy="2920365"/>
          </a:xfrm>
          <a:prstGeom prst="rect">
            <a:avLst/>
          </a:prstGeom>
          <a:noFill/>
        </p:spPr>
        <p:txBody>
          <a:bodyPr wrap="square" rtlCol="0">
            <a:no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sym typeface="+mn-ea"/>
              </a:rPr>
              <a:t>Dr. HAFIZUR RAHMAN - </a:t>
            </a:r>
            <a:r>
              <a:rPr lang="en-US" altLang="en-US" sz="3000" dirty="0">
                <a:latin typeface="Cambria" panose="02040503050406030204" pitchFamily="18" charset="0"/>
                <a:ea typeface="Cambria" panose="02040503050406030204" pitchFamily="18" charset="0"/>
                <a:sym typeface="+mn-ea"/>
              </a:rPr>
              <a:t>B.E., M.Tech., Ph.D.</a:t>
            </a:r>
            <a:r>
              <a:rPr lang="en-IN" altLang="en-US" sz="3000" dirty="0">
                <a:latin typeface="Cambria" panose="02040503050406030204" pitchFamily="18" charset="0"/>
                <a:ea typeface="Cambria" panose="02040503050406030204" pitchFamily="18" charset="0"/>
                <a:sym typeface="+mn-ea"/>
              </a:rPr>
              <a:t> </a:t>
            </a:r>
            <a:r>
              <a:rPr lang="en-US" altLang="en-US" sz="3000" dirty="0">
                <a:latin typeface="Cambria" panose="02040503050406030204" pitchFamily="18" charset="0"/>
                <a:ea typeface="Cambria" panose="02040503050406030204" pitchFamily="18" charset="0"/>
                <a:sym typeface="+mn-ea"/>
              </a:rPr>
              <a:t>ASSISTANT PROFESSOR</a:t>
            </a:r>
            <a:endParaRPr lang="en-US" altLang="en-US"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4 –  Quality Education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endParaRPr lang="en-US" sz="270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endParaRPr lang="en-US" sz="2800" b="1" dirty="0">
              <a:solidFill>
                <a:srgbClr val="0033CC"/>
              </a:solidFill>
            </a:endParaRP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endParaRPr lang="en-US" sz="2800" b="1" dirty="0">
              <a:solidFill>
                <a:srgbClr val="0033CC"/>
              </a:solidFill>
            </a:endParaRPr>
          </a:p>
          <a:p>
            <a:endParaRPr lang="en-US" sz="2800" dirty="0"/>
          </a:p>
          <a:p>
            <a:r>
              <a:rPr lang="en-US" sz="2800" dirty="0"/>
              <a:t>It simplifies ticket booking and provides instant confirmation with reduced errors.</a:t>
            </a:r>
            <a:endParaRPr lang="en-US" sz="2800" dirty="0"/>
          </a:p>
          <a:p>
            <a:endParaRPr lang="en-US" sz="2800" b="1" dirty="0"/>
          </a:p>
          <a:p>
            <a:r>
              <a:rPr lang="en-US" sz="2800" b="1" dirty="0">
                <a:solidFill>
                  <a:srgbClr val="0033CC"/>
                </a:solidFill>
              </a:rPr>
              <a:t>Real-world relevance:</a:t>
            </a:r>
            <a:endParaRPr lang="en-US" sz="2800" b="1" dirty="0">
              <a:solidFill>
                <a:srgbClr val="0033CC"/>
              </a:solidFill>
            </a:endParaRPr>
          </a:p>
          <a:p>
            <a:endParaRPr lang="en-US" sz="2800" dirty="0"/>
          </a:p>
          <a:p>
            <a:r>
              <a:rPr lang="en-US" sz="2800" dirty="0"/>
              <a:t>Useful for managing departmental events like technical fests, seminars, and workshops.</a:t>
            </a:r>
            <a:endParaRPr lang="en-US" sz="2800" dirty="0"/>
          </a:p>
          <a:p>
            <a:endParaRPr lang="en-US" sz="2800" dirty="0"/>
          </a:p>
          <a:p>
            <a:r>
              <a:rPr lang="en-US" sz="2800" b="1" dirty="0">
                <a:solidFill>
                  <a:srgbClr val="0033CC"/>
                </a:solidFill>
              </a:rPr>
              <a:t>Brief overview of the system:</a:t>
            </a:r>
            <a:endParaRPr lang="en-US" sz="2800" b="1" dirty="0">
              <a:solidFill>
                <a:srgbClr val="0033CC"/>
              </a:solidFill>
            </a:endParaRPr>
          </a:p>
          <a:p>
            <a:endParaRPr lang="en-US" sz="2800" dirty="0"/>
          </a:p>
          <a:p>
            <a:r>
              <a:rPr lang="en-US" sz="2800" dirty="0"/>
              <a:t>Useful for managing departmental events like technical fests, seminars, and workshops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endParaRPr lang="en-US" sz="2800" dirty="0">
              <a:latin typeface="+mj-lt"/>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endParaRPr lang="en-US" sz="3000" dirty="0">
              <a:latin typeface="+mj-lt"/>
              <a:cs typeface="Times New Roman" panose="02020603050405020304" pitchFamily="18" charset="0"/>
            </a:endParaRP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endParaRPr lang="en-US" sz="3000" dirty="0">
              <a:latin typeface="+mj-lt"/>
              <a:cs typeface="Times New Roman" panose="02020603050405020304" pitchFamily="18" charset="0"/>
            </a:endParaRP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endParaRPr lang="en-US" sz="3000" dirty="0">
              <a:latin typeface="+mj-lt"/>
              <a:cs typeface="Times New Roman" panose="02020603050405020304" pitchFamily="18" charset="0"/>
            </a:endParaRP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endParaRPr lang="en-US" sz="3000" dirty="0">
              <a:latin typeface="+mj-lt"/>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endParaRPr lang="en-US" sz="2800" dirty="0"/>
          </a:p>
          <a:p>
            <a:pPr lvl="1"/>
            <a:endParaRPr lang="en-US" sz="2800" dirty="0"/>
          </a:p>
          <a:p>
            <a:pPr marL="457200" indent="-457200">
              <a:buFontTx/>
              <a:buChar char="-"/>
            </a:pPr>
            <a:r>
              <a:rPr lang="en-US" sz="2800" dirty="0"/>
              <a:t>2. It allows users to register, view events, and book tickets.</a:t>
            </a:r>
            <a:endParaRPr lang="en-US" sz="2800" dirty="0"/>
          </a:p>
          <a:p>
            <a:pPr marL="457200" indent="-457200">
              <a:buFontTx/>
              <a:buChar char="-"/>
            </a:pPr>
            <a:endParaRPr lang="en-US" sz="2800" dirty="0"/>
          </a:p>
          <a:p>
            <a:pPr marL="457200" indent="-457200">
              <a:buFontTx/>
              <a:buChar char="-"/>
            </a:pPr>
            <a:r>
              <a:rPr lang="en-US" sz="2800" dirty="0"/>
              <a:t>3. Admin can create and manage events.</a:t>
            </a:r>
            <a:endParaRPr lang="en-US" sz="2800" dirty="0"/>
          </a:p>
          <a:p>
            <a:pPr marL="457200" indent="-457200">
              <a:buFontTx/>
              <a:buChar char="-"/>
            </a:pPr>
            <a:endParaRPr lang="en-US" sz="2800" dirty="0"/>
          </a:p>
          <a:p>
            <a:pPr marL="457200" indent="-457200">
              <a:buFontTx/>
              <a:buChar char="-"/>
            </a:pPr>
            <a:r>
              <a:rPr lang="en-US" sz="2800" dirty="0"/>
              <a:t>4. It provides real-time ticket availability and instant booking confirmation.</a:t>
            </a:r>
            <a:endParaRPr lang="en-US" sz="2800" dirty="0"/>
          </a:p>
          <a:p>
            <a:pPr marL="457200" indent="-457200">
              <a:buFontTx/>
              <a:buChar char="-"/>
            </a:pPr>
            <a:endParaRPr lang="en-US" sz="2800" dirty="0"/>
          </a:p>
          <a:p>
            <a:pPr marL="457200" indent="-457200">
              <a:buFontTx/>
              <a:buChar char="-"/>
            </a:pPr>
            <a:r>
              <a:rPr lang="en-US" sz="2800" dirty="0"/>
              <a:t>5. The system stores booking details securely and generates reports.</a:t>
            </a:r>
            <a:endParaRPr lang="en-US" sz="2800" dirty="0"/>
          </a:p>
          <a:p>
            <a:pPr marL="457200" indent="-457200">
              <a:buFontTx/>
              <a:buChar char="-"/>
            </a:pPr>
            <a:endParaRPr lang="en-US" sz="2800" dirty="0"/>
          </a:p>
          <a:p>
            <a:pPr marL="457200" indent="-457200">
              <a:buFontTx/>
              <a:buChar char="-"/>
            </a:pPr>
            <a:r>
              <a:rPr lang="en-US" sz="2800" dirty="0"/>
              <a:t>6. It reduces manual work and saves time.</a:t>
            </a:r>
            <a:endParaRPr lang="en-US" sz="2800" dirty="0"/>
          </a:p>
          <a:p>
            <a:pPr marL="457200" indent="-457200">
              <a:buFontTx/>
              <a:buChar char="-"/>
            </a:pPr>
            <a:endParaRPr lang="en-US" sz="2800" dirty="0"/>
          </a:p>
          <a:p>
            <a:pPr marL="457200" indent="-457200">
              <a:buFontTx/>
              <a:buChar char="-"/>
            </a:pPr>
            <a:r>
              <a:rPr lang="en-US" sz="2800" dirty="0"/>
              <a:t>7. It avoids mistakes in Money calculation.</a:t>
            </a:r>
            <a:endParaRPr lang="en-US" sz="2800" dirty="0"/>
          </a:p>
          <a:p>
            <a:pPr marL="457200" indent="-457200">
              <a:buFontTx/>
              <a:buChar char="-"/>
            </a:pPr>
            <a:endParaRPr lang="en-US" sz="2800" dirty="0"/>
          </a:p>
          <a:p>
            <a:pPr marL="457200" indent="-457200">
              <a:buFontTx/>
              <a:buChar char="-"/>
            </a:pPr>
            <a:r>
              <a:rPr lang="en-US" sz="2800" dirty="0"/>
              <a:t>8. It is faster and more efficient than manual systems.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4310995"/>
          </a:xfrm>
          <a:prstGeom prst="rect">
            <a:avLst/>
          </a:prstGeom>
          <a:noFill/>
        </p:spPr>
        <p:txBody>
          <a:bodyPr wrap="square" rtlCol="0">
            <a:spAutoFit/>
          </a:bodyPr>
          <a:lstStyle/>
          <a:p>
            <a:r>
              <a:rPr lang="en-US" sz="2800" dirty="0">
                <a:solidFill>
                  <a:srgbClr val="0033CC"/>
                </a:solidFill>
              </a:rPr>
              <a:t>Frontend:</a:t>
            </a:r>
            <a:endParaRPr lang="en-US" sz="2800" dirty="0">
              <a:solidFill>
                <a:srgbClr val="0033CC"/>
              </a:solidFill>
            </a:endParaRPr>
          </a:p>
          <a:p>
            <a:endParaRPr lang="en-US" sz="2800" dirty="0">
              <a:solidFill>
                <a:srgbClr val="0033CC"/>
              </a:solidFill>
            </a:endParaRPr>
          </a:p>
          <a:p>
            <a:r>
              <a:rPr lang="en-US" sz="2800" dirty="0"/>
              <a:t>1.HTML5</a:t>
            </a:r>
            <a:endParaRPr lang="en-US" sz="2800" dirty="0"/>
          </a:p>
          <a:p>
            <a:r>
              <a:rPr lang="en-US" sz="2800" dirty="0"/>
              <a:t>2.CSS3</a:t>
            </a:r>
            <a:endParaRPr lang="en-US" sz="2800" dirty="0"/>
          </a:p>
          <a:p>
            <a:r>
              <a:rPr lang="en-US" sz="2800" dirty="0"/>
              <a:t>3.Javascript</a:t>
            </a:r>
            <a:endParaRPr lang="en-US" sz="2800" dirty="0"/>
          </a:p>
          <a:p>
            <a:r>
              <a:rPr lang="en-US" sz="2800" dirty="0"/>
              <a:t>4.React JS</a:t>
            </a:r>
            <a:endParaRPr lang="en-US" sz="2800" dirty="0"/>
          </a:p>
          <a:p>
            <a:endParaRPr lang="en-US" sz="2800" dirty="0"/>
          </a:p>
          <a:p>
            <a:r>
              <a:rPr lang="en-US" sz="2800" dirty="0">
                <a:solidFill>
                  <a:srgbClr val="0033CC"/>
                </a:solidFill>
              </a:rPr>
              <a:t>Backend:</a:t>
            </a:r>
            <a:endParaRPr lang="en-US" sz="2800" dirty="0">
              <a:solidFill>
                <a:srgbClr val="0033CC"/>
              </a:solidFill>
            </a:endParaRP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endParaRPr lang="en-US" sz="2800" dirty="0">
              <a:solidFill>
                <a:srgbClr val="0033CC"/>
              </a:solidFill>
            </a:endParaRPr>
          </a:p>
          <a:p>
            <a:endParaRPr lang="en-US" sz="2800" dirty="0"/>
          </a:p>
          <a:p>
            <a:r>
              <a:rPr lang="en-US" sz="2800" dirty="0"/>
              <a:t>1.</a:t>
            </a:r>
            <a:r>
              <a:rPr lang="en-IN" altLang="en-US" sz="2800" dirty="0"/>
              <a:t>sql</a:t>
            </a:r>
            <a:endParaRPr lang="en-US" sz="2800" dirty="0"/>
          </a:p>
          <a:p>
            <a:endParaRPr lang="en-US" sz="2800" dirty="0"/>
          </a:p>
          <a:p>
            <a:r>
              <a:rPr lang="en-US" sz="2800" dirty="0">
                <a:solidFill>
                  <a:srgbClr val="0033CC"/>
                </a:solidFill>
              </a:rPr>
              <a:t>Software Requirements</a:t>
            </a:r>
            <a:r>
              <a:rPr lang="en-US" sz="2800" dirty="0"/>
              <a:t>:</a:t>
            </a:r>
            <a:endParaRPr lang="en-US" sz="2800" dirty="0"/>
          </a:p>
          <a:p>
            <a:endParaRPr lang="en-US" sz="2800" dirty="0"/>
          </a:p>
          <a:p>
            <a:r>
              <a:rPr lang="en-US" sz="2800" dirty="0"/>
              <a:t>1.Windows / Mac </a:t>
            </a:r>
            <a:endParaRPr lang="en-US" sz="2800" dirty="0"/>
          </a:p>
          <a:p>
            <a:r>
              <a:rPr lang="en-US" sz="2800" dirty="0"/>
              <a:t>2. Web Browser</a:t>
            </a: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endParaRPr lang="en-IN" sz="2800" b="1" dirty="0"/>
          </a:p>
          <a:p>
            <a:r>
              <a:rPr lang="en-US" sz="2800" dirty="0"/>
              <a:t>Handles user registration, login, and profile management with secure authentication.</a:t>
            </a:r>
            <a:endParaRPr lang="en-IN" sz="2800" dirty="0"/>
          </a:p>
          <a:p>
            <a:endParaRPr lang="en-IN" sz="2800" dirty="0"/>
          </a:p>
          <a:p>
            <a:r>
              <a:rPr lang="en-IN" sz="2800" b="1" dirty="0"/>
              <a:t>Module 2: Quiz Management</a:t>
            </a:r>
            <a:endParaRPr lang="en-IN" sz="2800" b="1" dirty="0"/>
          </a:p>
          <a:p>
            <a:r>
              <a:rPr lang="en-US" sz="2800" dirty="0"/>
              <a:t>Allows admin to create, update, and delete events and manage event details.</a:t>
            </a:r>
            <a:endParaRPr lang="en-IN" sz="2800" dirty="0"/>
          </a:p>
          <a:p>
            <a:endParaRPr lang="en-IN" sz="2800" dirty="0"/>
          </a:p>
          <a:p>
            <a:r>
              <a:rPr lang="en-IN" sz="2800" b="1" dirty="0"/>
              <a:t>Module 3: Ticket Booking</a:t>
            </a:r>
            <a:endParaRPr lang="en-IN" sz="2800" b="1" dirty="0"/>
          </a:p>
          <a:p>
            <a:r>
              <a:rPr lang="en-US" sz="2800" dirty="0"/>
              <a:t>Enables users to view events, select tickets, and complete the booking process.</a:t>
            </a:r>
            <a:endParaRPr lang="en-IN" sz="2800" dirty="0"/>
          </a:p>
          <a:p>
            <a:endParaRPr lang="en-IN" sz="2800" dirty="0"/>
          </a:p>
          <a:p>
            <a:r>
              <a:rPr lang="en-IN" sz="2800" b="1" dirty="0"/>
              <a:t>Module 4: Booking Confirmation</a:t>
            </a:r>
            <a:endParaRPr lang="en-IN" sz="2800" b="1" dirty="0"/>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1916430" y="1672590"/>
            <a:ext cx="14455140" cy="69418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1931670" y="1676400"/>
            <a:ext cx="14424660" cy="6934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520" cy="8470265"/>
          </a:xfrm>
          <a:prstGeom prst="rect">
            <a:avLst/>
          </a:prstGeom>
          <a:noFill/>
        </p:spPr>
        <p:txBody>
          <a:bodyPr wrap="square" rtlCol="0">
            <a:no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1905000" y="1638300"/>
            <a:ext cx="14538960" cy="68732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1920240" y="1649730"/>
            <a:ext cx="14447520" cy="69875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endParaRPr lang="en-US" sz="2800" b="1" dirty="0">
              <a:solidFill>
                <a:srgbClr val="0033CC"/>
              </a:solidFill>
            </a:endParaRPr>
          </a:p>
          <a:p>
            <a:endParaRPr lang="en-US" sz="2800" dirty="0"/>
          </a:p>
          <a:p>
            <a:r>
              <a:rPr lang="en-US" sz="2800" dirty="0"/>
              <a:t>1.Time saving and Fully Automated.</a:t>
            </a:r>
            <a:endParaRPr lang="en-US" sz="2800" dirty="0"/>
          </a:p>
          <a:p>
            <a:r>
              <a:rPr lang="en-US" sz="2800" dirty="0"/>
              <a:t>2. Real-time ticket availability and instant confirmation.</a:t>
            </a:r>
            <a:endParaRPr lang="en-US" sz="2800" dirty="0"/>
          </a:p>
          <a:p>
            <a:r>
              <a:rPr lang="en-US" sz="2800" dirty="0"/>
              <a:t>3. Easy access and user-friendly interface.</a:t>
            </a:r>
            <a:endParaRPr lang="en-US" sz="2800" dirty="0"/>
          </a:p>
          <a:p>
            <a:pPr marL="457200" indent="-457200">
              <a:buFontTx/>
              <a:buChar char="-"/>
            </a:pPr>
            <a:endParaRPr lang="en-US" sz="2800" dirty="0"/>
          </a:p>
          <a:p>
            <a:r>
              <a:rPr lang="en-US" sz="2800" b="1" dirty="0">
                <a:solidFill>
                  <a:srgbClr val="0033CC"/>
                </a:solidFill>
              </a:rPr>
              <a:t>Limitations:</a:t>
            </a:r>
            <a:endParaRPr lang="en-US" sz="2800" b="1" dirty="0">
              <a:solidFill>
                <a:srgbClr val="0033CC"/>
              </a:solidFill>
            </a:endParaRPr>
          </a:p>
          <a:p>
            <a:r>
              <a:rPr lang="en-US" sz="2800" b="1" dirty="0"/>
              <a:t> </a:t>
            </a:r>
            <a:endParaRPr lang="en-US" sz="2800" b="1" dirty="0"/>
          </a:p>
          <a:p>
            <a:r>
              <a:rPr lang="en-US" sz="2800" dirty="0"/>
              <a:t>1. Initial setup and development complexity.</a:t>
            </a:r>
            <a:endParaRPr lang="en-US" sz="2800" dirty="0"/>
          </a:p>
          <a:p>
            <a:r>
              <a:rPr lang="en-US" sz="2800" dirty="0"/>
              <a:t>2.Internet Dependency(Stable Internet connection is Required).</a:t>
            </a:r>
            <a:endParaRPr lang="en-US" sz="2800" dirty="0"/>
          </a:p>
          <a:p>
            <a:r>
              <a:rPr lang="en-US" sz="2800" dirty="0"/>
              <a:t>3.Security and Malpractice Issues.</a:t>
            </a:r>
            <a:endParaRPr lang="en-US" sz="2800" dirty="0"/>
          </a:p>
          <a:p>
            <a:r>
              <a:rPr lang="en-US" sz="2800" dirty="0"/>
              <a:t>4. Depends on system/server availability.</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3814</Words>
  <Application>WPS Presentation</Application>
  <PresentationFormat>Custom</PresentationFormat>
  <Paragraphs>494</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Cambria</vt:lpstr>
      <vt:lpstr>Bookman Old Style</vt:lpstr>
      <vt:lpstr>Times New Roman</vt:lpstr>
      <vt:lpstr>Gotham</vt:lpstr>
      <vt:lpstr>Gotham Bold Italics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Laga Adi narayana</cp:lastModifiedBy>
  <cp:revision>26</cp:revision>
  <dcterms:created xsi:type="dcterms:W3CDTF">2006-08-16T00:00:00Z</dcterms:created>
  <dcterms:modified xsi:type="dcterms:W3CDTF">2026-04-19T17:50:49Z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FA6D1A7EF98947258FA38AB272F39E43_12</vt:lpwstr>
  </property>
</Properties>
</file>